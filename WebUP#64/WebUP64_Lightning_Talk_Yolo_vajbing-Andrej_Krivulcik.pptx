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9" r:id="rId3"/>
    <p:sldId id="298" r:id="rId4"/>
    <p:sldId id="299" r:id="rId5"/>
    <p:sldId id="300" r:id="rId6"/>
    <p:sldId id="278" r:id="rId7"/>
    <p:sldId id="260" r:id="rId8"/>
    <p:sldId id="273" r:id="rId9"/>
    <p:sldId id="274" r:id="rId10"/>
    <p:sldId id="275" r:id="rId11"/>
    <p:sldId id="277" r:id="rId12"/>
    <p:sldId id="261" r:id="rId13"/>
    <p:sldId id="276" r:id="rId14"/>
    <p:sldId id="280" r:id="rId15"/>
    <p:sldId id="281" r:id="rId16"/>
    <p:sldId id="282" r:id="rId17"/>
    <p:sldId id="264" r:id="rId18"/>
    <p:sldId id="265" r:id="rId19"/>
    <p:sldId id="266" r:id="rId20"/>
    <p:sldId id="29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89153" autoAdjust="0"/>
  </p:normalViewPr>
  <p:slideViewPr>
    <p:cSldViewPr snapToGrid="0">
      <p:cViewPr varScale="1">
        <p:scale>
          <a:sx n="105" d="100"/>
          <a:sy n="105" d="100"/>
        </p:scale>
        <p:origin x="66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j Krivulčík" userId="c7b186e1439699fa" providerId="LiveId" clId="{3F0205ED-7623-4607-A2A0-82EF4351DB42}"/>
    <pc:docChg chg="modSld">
      <pc:chgData name="Andrej Krivulčík" userId="c7b186e1439699fa" providerId="LiveId" clId="{3F0205ED-7623-4607-A2A0-82EF4351DB42}" dt="2026-02-26T07:17:09.122" v="18" actId="6549"/>
      <pc:docMkLst>
        <pc:docMk/>
      </pc:docMkLst>
      <pc:sldChg chg="modNotesTx">
        <pc:chgData name="Andrej Krivulčík" userId="c7b186e1439699fa" providerId="LiveId" clId="{3F0205ED-7623-4607-A2A0-82EF4351DB42}" dt="2026-02-26T07:15:53.136" v="0" actId="6549"/>
        <pc:sldMkLst>
          <pc:docMk/>
          <pc:sldMk cId="27566739" sldId="257"/>
        </pc:sldMkLst>
      </pc:sldChg>
      <pc:sldChg chg="modNotesTx">
        <pc:chgData name="Andrej Krivulčík" userId="c7b186e1439699fa" providerId="LiveId" clId="{3F0205ED-7623-4607-A2A0-82EF4351DB42}" dt="2026-02-26T07:15:55.685" v="1" actId="6549"/>
        <pc:sldMkLst>
          <pc:docMk/>
          <pc:sldMk cId="1907435589" sldId="259"/>
        </pc:sldMkLst>
      </pc:sldChg>
      <pc:sldChg chg="modNotesTx">
        <pc:chgData name="Andrej Krivulčík" userId="c7b186e1439699fa" providerId="LiveId" clId="{3F0205ED-7623-4607-A2A0-82EF4351DB42}" dt="2026-02-26T07:16:09.471" v="6" actId="6549"/>
        <pc:sldMkLst>
          <pc:docMk/>
          <pc:sldMk cId="1142612383" sldId="260"/>
        </pc:sldMkLst>
      </pc:sldChg>
      <pc:sldChg chg="modNotesTx">
        <pc:chgData name="Andrej Krivulčík" userId="c7b186e1439699fa" providerId="LiveId" clId="{3F0205ED-7623-4607-A2A0-82EF4351DB42}" dt="2026-02-26T07:16:23.383" v="11" actId="6549"/>
        <pc:sldMkLst>
          <pc:docMk/>
          <pc:sldMk cId="3250524040" sldId="261"/>
        </pc:sldMkLst>
      </pc:sldChg>
      <pc:sldChg chg="modNotesTx">
        <pc:chgData name="Andrej Krivulčík" userId="c7b186e1439699fa" providerId="LiveId" clId="{3F0205ED-7623-4607-A2A0-82EF4351DB42}" dt="2026-02-26T07:17:04.042" v="16" actId="6549"/>
        <pc:sldMkLst>
          <pc:docMk/>
          <pc:sldMk cId="3626271414" sldId="264"/>
        </pc:sldMkLst>
      </pc:sldChg>
      <pc:sldChg chg="modNotesTx">
        <pc:chgData name="Andrej Krivulčík" userId="c7b186e1439699fa" providerId="LiveId" clId="{3F0205ED-7623-4607-A2A0-82EF4351DB42}" dt="2026-02-26T07:17:06.800" v="17" actId="6549"/>
        <pc:sldMkLst>
          <pc:docMk/>
          <pc:sldMk cId="257376252" sldId="265"/>
        </pc:sldMkLst>
      </pc:sldChg>
      <pc:sldChg chg="modNotesTx">
        <pc:chgData name="Andrej Krivulčík" userId="c7b186e1439699fa" providerId="LiveId" clId="{3F0205ED-7623-4607-A2A0-82EF4351DB42}" dt="2026-02-26T07:17:09.122" v="18" actId="6549"/>
        <pc:sldMkLst>
          <pc:docMk/>
          <pc:sldMk cId="1682402414" sldId="266"/>
        </pc:sldMkLst>
      </pc:sldChg>
      <pc:sldChg chg="modNotesTx">
        <pc:chgData name="Andrej Krivulčík" userId="c7b186e1439699fa" providerId="LiveId" clId="{3F0205ED-7623-4607-A2A0-82EF4351DB42}" dt="2026-02-26T07:16:12.053" v="7" actId="6549"/>
        <pc:sldMkLst>
          <pc:docMk/>
          <pc:sldMk cId="333836699" sldId="273"/>
        </pc:sldMkLst>
      </pc:sldChg>
      <pc:sldChg chg="modNotesTx">
        <pc:chgData name="Andrej Krivulčík" userId="c7b186e1439699fa" providerId="LiveId" clId="{3F0205ED-7623-4607-A2A0-82EF4351DB42}" dt="2026-02-26T07:16:14.960" v="8" actId="6549"/>
        <pc:sldMkLst>
          <pc:docMk/>
          <pc:sldMk cId="932160202" sldId="274"/>
        </pc:sldMkLst>
      </pc:sldChg>
      <pc:sldChg chg="modNotesTx">
        <pc:chgData name="Andrej Krivulčík" userId="c7b186e1439699fa" providerId="LiveId" clId="{3F0205ED-7623-4607-A2A0-82EF4351DB42}" dt="2026-02-26T07:16:17.444" v="9" actId="6549"/>
        <pc:sldMkLst>
          <pc:docMk/>
          <pc:sldMk cId="1164005048" sldId="275"/>
        </pc:sldMkLst>
      </pc:sldChg>
      <pc:sldChg chg="modNotesTx">
        <pc:chgData name="Andrej Krivulčík" userId="c7b186e1439699fa" providerId="LiveId" clId="{3F0205ED-7623-4607-A2A0-82EF4351DB42}" dt="2026-02-26T07:16:26.318" v="12" actId="6549"/>
        <pc:sldMkLst>
          <pc:docMk/>
          <pc:sldMk cId="1169657620" sldId="276"/>
        </pc:sldMkLst>
      </pc:sldChg>
      <pc:sldChg chg="modNotesTx">
        <pc:chgData name="Andrej Krivulčík" userId="c7b186e1439699fa" providerId="LiveId" clId="{3F0205ED-7623-4607-A2A0-82EF4351DB42}" dt="2026-02-26T07:16:20.426" v="10" actId="6549"/>
        <pc:sldMkLst>
          <pc:docMk/>
          <pc:sldMk cId="511274389" sldId="277"/>
        </pc:sldMkLst>
      </pc:sldChg>
      <pc:sldChg chg="modNotesTx">
        <pc:chgData name="Andrej Krivulčík" userId="c7b186e1439699fa" providerId="LiveId" clId="{3F0205ED-7623-4607-A2A0-82EF4351DB42}" dt="2026-02-26T07:16:06.336" v="5" actId="6549"/>
        <pc:sldMkLst>
          <pc:docMk/>
          <pc:sldMk cId="2180588456" sldId="278"/>
        </pc:sldMkLst>
      </pc:sldChg>
      <pc:sldChg chg="modNotesTx">
        <pc:chgData name="Andrej Krivulčík" userId="c7b186e1439699fa" providerId="LiveId" clId="{3F0205ED-7623-4607-A2A0-82EF4351DB42}" dt="2026-02-26T07:16:29.438" v="13" actId="6549"/>
        <pc:sldMkLst>
          <pc:docMk/>
          <pc:sldMk cId="4192338183" sldId="280"/>
        </pc:sldMkLst>
      </pc:sldChg>
      <pc:sldChg chg="modNotesTx">
        <pc:chgData name="Andrej Krivulčík" userId="c7b186e1439699fa" providerId="LiveId" clId="{3F0205ED-7623-4607-A2A0-82EF4351DB42}" dt="2026-02-26T07:16:32.285" v="14" actId="6549"/>
        <pc:sldMkLst>
          <pc:docMk/>
          <pc:sldMk cId="34844711" sldId="281"/>
        </pc:sldMkLst>
      </pc:sldChg>
      <pc:sldChg chg="modNotesTx">
        <pc:chgData name="Andrej Krivulčík" userId="c7b186e1439699fa" providerId="LiveId" clId="{3F0205ED-7623-4607-A2A0-82EF4351DB42}" dt="2026-02-26T07:16:35.799" v="15" actId="6549"/>
        <pc:sldMkLst>
          <pc:docMk/>
          <pc:sldMk cId="3415191964" sldId="282"/>
        </pc:sldMkLst>
      </pc:sldChg>
      <pc:sldChg chg="modNotesTx">
        <pc:chgData name="Andrej Krivulčík" userId="c7b186e1439699fa" providerId="LiveId" clId="{3F0205ED-7623-4607-A2A0-82EF4351DB42}" dt="2026-02-26T07:15:58.584" v="2" actId="6549"/>
        <pc:sldMkLst>
          <pc:docMk/>
          <pc:sldMk cId="1996867747" sldId="298"/>
        </pc:sldMkLst>
      </pc:sldChg>
      <pc:sldChg chg="modNotesTx">
        <pc:chgData name="Andrej Krivulčík" userId="c7b186e1439699fa" providerId="LiveId" clId="{3F0205ED-7623-4607-A2A0-82EF4351DB42}" dt="2026-02-26T07:16:00.881" v="3" actId="6549"/>
        <pc:sldMkLst>
          <pc:docMk/>
          <pc:sldMk cId="2040193376" sldId="299"/>
        </pc:sldMkLst>
      </pc:sldChg>
      <pc:sldChg chg="modNotesTx">
        <pc:chgData name="Andrej Krivulčík" userId="c7b186e1439699fa" providerId="LiveId" clId="{3F0205ED-7623-4607-A2A0-82EF4351DB42}" dt="2026-02-26T07:16:03.843" v="4" actId="6549"/>
        <pc:sldMkLst>
          <pc:docMk/>
          <pc:sldMk cId="1705911453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747A3-0F7F-4A7C-B9E0-C2B5C048068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39A92-4564-42F6-A550-0EFA88FA0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9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32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3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433EF-6A56-2B6A-8199-8F55F6FC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9E287-F280-5926-F788-35803DEE0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BB3D8-545F-BC12-A4B6-7A1BFCF63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BB67B-FF92-B782-4672-E4BDDF293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50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07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57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10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43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F422C-D75F-4F4B-A370-BDD5444E7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57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F422C-D75F-4F4B-A370-BDD5444E7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37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74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57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50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63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75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7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6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36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60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402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9A92-4564-42F6-A550-0EFA88FA01F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2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022E-A7BB-76EF-A2AA-A54B5B93B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4CE10-B1EC-05F6-173E-403B29DD4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386C8-3701-086F-4A20-09914D42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911F1-7107-1143-39A5-48519C36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CE2A9-8117-F345-0B68-152C85EF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7BB6-F4DA-7A59-F0AE-F9F2B6D1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0E185-4859-40AA-8FE6-3724323A0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E5993-A96B-FDC8-5DF8-91823FC7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B6D80-068C-C167-C7F8-3852936C2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F4C64-46A2-CE86-8104-B8AC18C8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6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ACDB-18DC-983A-9FDB-4ED77881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A0B00-BB6C-558D-CA1D-3507A6A67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9B3A6-3EBA-EE05-4630-4192684F6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CE43C-8CE5-EBF0-CC29-2D6E5799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D749E-D6B1-9B4B-C6A2-AE28AE04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31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E3E37-8EEE-A9B4-9E0F-0A435D0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06B9B-4DE4-5EAA-88A7-E4019BCBC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F2BFE-741C-2717-BA21-BB34D70E0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2A5E7-D211-763D-3356-376CC9D4E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86E53-3A5B-FF4B-6D22-1ED54BB6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7FCD-D81A-F34A-59B7-00B6AFAF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4BB0-692C-85AC-2ECF-E1A4FE937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18A64-76F7-B1DA-429D-793C8CBFC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790B2-D199-2144-5027-DA689B0A4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BC4AD-B25D-6963-0345-538066AE8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9DC29-19A1-283E-EEB8-29DF684AF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277F4-E060-6215-2B3F-80C2614C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DBA43-B5C0-379C-C3E4-F6819316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DF28C-3C26-898E-5CF9-423E248F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6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FEE8-C48B-1DAF-88B8-03A1273D9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4CF05-8545-EF59-5122-2C015A28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797F9-E932-BAF4-EA5E-1904F105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E00EF-7DC8-C86A-5BCD-9CEAD9A8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05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63491-F13B-C38D-2C7D-46EF6C53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6A034-8907-8DD6-209A-BC9E649AC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2E0F2-2080-DA45-89AD-6A0C7817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70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27C1-4161-146E-CB5E-98A003E53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FB96-2913-CB25-1489-BA7DA73F5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9947E-DE75-6293-AF8B-7049499C5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0CFD8-7131-36B6-00EE-54DF3663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7E70A-0B65-4DC4-CC4A-08C93A99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5630A-415F-C396-65C0-3CCEFA4E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6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4D2BE-A30A-D585-E3D6-B35ADE99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873CC-6D40-1544-0143-5ED991DBD7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F85F6-7A17-7BE8-521E-5EF7B86AE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A3B2E-A37C-FA16-8C86-DC97E2AA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A7C4F-766F-F944-F6D8-F0561C01A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C0334-050A-D15C-7FFB-D8AE2A5D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5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C4F2-4C8F-07CA-5789-8E2E84DA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AE975-3527-B842-1558-1BA306272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D4CA6-30B4-3711-CE54-5CEDF90B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04AF-9D98-406D-9918-F8D6F745D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E7800-FFF2-B836-C588-7CA3EDCC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38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3783A-278A-D6A1-3EF4-C8141A43F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6AC79-0820-F97C-CC7B-B17EC5293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DFD6B-0E11-B82C-3FAA-A7C088A62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9FD98-16AB-FE55-2045-A83C65F6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AE05A-8CD4-F8D1-1B49-8E83B75B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71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9595B-22B6-D909-C547-177ACA39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25EE0-50F6-24F6-89D5-FA9CEE7BB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A4D8A-17EA-E101-D20B-AF478BA30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3D2AA-4A65-42B0-93FF-EDABF4F248F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97824-42AA-2947-7A34-C21436890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9A831-B4C6-7900-D42B-A295156F3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A2642-6B86-4815-A93F-0F453B728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ivulcik/yolobox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andrej@krivulcik.co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rivulcik/yolobox" TargetMode="External"/><Relationship Id="rId5" Type="http://schemas.openxmlformats.org/officeDocument/2006/relationships/hyperlink" Target="https://banay.me/dont-waste-your-backpressure/" TargetMode="External"/><Relationship Id="rId4" Type="http://schemas.openxmlformats.org/officeDocument/2006/relationships/hyperlink" Target="https://ai-2027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0EE4-6B4D-0FF4-1780-4B45E9398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716" y="859536"/>
            <a:ext cx="9144000" cy="3890160"/>
          </a:xfrm>
        </p:spPr>
        <p:txBody>
          <a:bodyPr>
            <a:normAutofit/>
          </a:bodyPr>
          <a:lstStyle/>
          <a:p>
            <a:r>
              <a:rPr lang="sk-SK" b="1" dirty="0"/>
              <a:t>Ako </a:t>
            </a:r>
            <a:r>
              <a:rPr lang="en-US" b="1" dirty="0"/>
              <a:t>YOLO </a:t>
            </a:r>
            <a:r>
              <a:rPr lang="en-US" b="1" dirty="0" err="1"/>
              <a:t>vajbi</a:t>
            </a:r>
            <a:r>
              <a:rPr lang="sk-SK" b="1" dirty="0"/>
              <a:t>ť</a:t>
            </a:r>
            <a:br>
              <a:rPr lang="sk-SK" b="1" dirty="0"/>
            </a:br>
            <a:br>
              <a:rPr lang="sk-SK" b="1" dirty="0"/>
            </a:br>
            <a:r>
              <a:rPr lang="en-US" b="1" dirty="0"/>
              <a:t>A</a:t>
            </a:r>
            <a:r>
              <a:rPr lang="pl-PL" b="1" dirty="0"/>
              <a:t>ko na </a:t>
            </a:r>
            <a:r>
              <a:rPr lang="sk-SK" b="1" dirty="0"/>
              <a:t>vajbenie</a:t>
            </a:r>
            <a:r>
              <a:rPr lang="pl-PL" b="1" dirty="0"/>
              <a:t> ľahko, lacno, rýchlo a dobre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FD1E3-EEA0-B8D3-99B3-703CA6E40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34412"/>
            <a:ext cx="9144000" cy="1655762"/>
          </a:xfrm>
        </p:spPr>
        <p:txBody>
          <a:bodyPr/>
          <a:lstStyle/>
          <a:p>
            <a:r>
              <a:rPr lang="en-US" dirty="0" err="1"/>
              <a:t>WebUP</a:t>
            </a:r>
            <a:r>
              <a:rPr lang="en-US" dirty="0"/>
              <a:t> #64, </a:t>
            </a:r>
            <a:r>
              <a:rPr lang="sk-SK" dirty="0"/>
              <a:t>2</a:t>
            </a:r>
            <a:r>
              <a:rPr lang="en-US" dirty="0"/>
              <a:t>5.2.2026</a:t>
            </a:r>
          </a:p>
        </p:txBody>
      </p:sp>
    </p:spTree>
    <p:extLst>
      <p:ext uri="{BB962C8B-B14F-4D97-AF65-F5344CB8AC3E}">
        <p14:creationId xmlns:p14="http://schemas.microsoft.com/office/powerpoint/2010/main" val="27566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6A05-7A38-B16A-3A40-104B85B9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Approaching</a:t>
            </a:r>
            <a:r>
              <a:rPr lang="sk-SK" dirty="0"/>
              <a:t> AI apocalypse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B253-5B24-D7FA-6F82-71CE3A2C9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AI eradicates humanity</a:t>
            </a:r>
            <a:r>
              <a:rPr lang="en-US" dirty="0"/>
              <a:t> (Source: https://ai-2027.com/)</a:t>
            </a:r>
          </a:p>
          <a:p>
            <a:pPr lvl="1"/>
            <a:r>
              <a:rPr lang="en-US" dirty="0"/>
              <a:t>Deadline 2030</a:t>
            </a:r>
          </a:p>
          <a:p>
            <a:pPr lvl="1"/>
            <a:r>
              <a:rPr lang="en-US" dirty="0"/>
              <a:t>That might be dangerous</a:t>
            </a:r>
          </a:p>
          <a:p>
            <a:r>
              <a:rPr lang="en-US" dirty="0"/>
              <a:t>Lots of AI development required</a:t>
            </a:r>
          </a:p>
          <a:p>
            <a:r>
              <a:rPr lang="en-US" dirty="0"/>
              <a:t>You can’t stop progress, so let’s do our part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E7A8E-EF6D-E514-13CD-EED5B54E8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369" y="4176434"/>
            <a:ext cx="6668431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3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ED1E8-A2F6-E5F8-8C0D-44CC0D50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6FEDF-5B7F-C28A-536B-B713C305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agentic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21F60-B24E-FDB6-0075-9B9636196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like to be right</a:t>
            </a:r>
          </a:p>
          <a:p>
            <a:r>
              <a:rPr lang="en-US" dirty="0"/>
              <a:t>But not absolutely right</a:t>
            </a:r>
          </a:p>
          <a:p>
            <a:r>
              <a:rPr lang="en-US" dirty="0"/>
              <a:t>Feedback loops improve results</a:t>
            </a:r>
          </a:p>
          <a:p>
            <a:pPr lvl="1"/>
            <a:r>
              <a:rPr lang="en-US" dirty="0"/>
              <a:t>Ref: Don’t waste your backpressure</a:t>
            </a:r>
          </a:p>
          <a:p>
            <a:pPr lvl="2"/>
            <a:r>
              <a:rPr lang="en-US" dirty="0"/>
              <a:t>https://banay.me/dont-waste-your-backpressure/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EA4F2-1DF1-BD43-A355-6EB76E58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690688"/>
            <a:ext cx="7048500" cy="108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6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86D9-7A97-EFB9-D97D-8B8E261E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Dangerous agentic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9FAF9-F888-F790-6BDF-502230B6E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Autonomous work is dangerous</a:t>
            </a:r>
          </a:p>
          <a:p>
            <a:pPr lvl="1"/>
            <a:r>
              <a:rPr lang="en-US" dirty="0"/>
              <a:t>Local environment damage risk</a:t>
            </a:r>
          </a:p>
          <a:p>
            <a:pPr lvl="1"/>
            <a:r>
              <a:rPr lang="en-US" dirty="0"/>
              <a:t>Data sensitivity &amp; confidentiality risk</a:t>
            </a:r>
          </a:p>
          <a:p>
            <a:pPr lvl="2"/>
            <a:r>
              <a:rPr lang="en-US" dirty="0"/>
              <a:t>Model training</a:t>
            </a:r>
            <a:r>
              <a:rPr lang="sk-SK" dirty="0"/>
              <a:t> (and other uses, per </a:t>
            </a:r>
            <a:r>
              <a:rPr lang="en-US" dirty="0"/>
              <a:t>provider T&amp;C)</a:t>
            </a:r>
          </a:p>
          <a:p>
            <a:pPr lvl="2"/>
            <a:r>
              <a:rPr lang="en-US" dirty="0"/>
              <a:t>Data exfiltration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BD812-5D3F-8289-BA0A-9C472CD41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426" y="1394038"/>
            <a:ext cx="4911148" cy="50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9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BA6EB-2577-F720-160E-2B9F8987D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E7748-3F55-90FD-F341-C3B8B4A1F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Guardrails proti prompt injection</a:t>
            </a:r>
          </a:p>
          <a:p>
            <a:r>
              <a:rPr lang="sk-SK" dirty="0"/>
              <a:t>Striktné inštrukcie proti nežiadúcim akciám</a:t>
            </a:r>
          </a:p>
          <a:p>
            <a:r>
              <a:rPr lang="sk-SK" dirty="0"/>
              <a:t>Obmedzenie právomocí</a:t>
            </a:r>
          </a:p>
          <a:p>
            <a:r>
              <a:rPr lang="sk-SK" dirty="0"/>
              <a:t>Užívateľ potvrdzuje potenciálne nebezpečné akcie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00B83-460A-2DE0-8E1E-05384A173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820" y="3798014"/>
            <a:ext cx="6963105" cy="3383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B17127-C037-8476-D9A2-CFBB86EE0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620" y="877666"/>
            <a:ext cx="9458759" cy="536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1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75D7-8F53-8963-AA89-1F5146115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DA0CA-BFCC-F7B8-8C1C-39AA9876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claude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--dangerously-skip-permissions</a:t>
            </a:r>
          </a:p>
          <a:p>
            <a:r>
              <a:rPr lang="en-US" b="1" dirty="0"/>
              <a:t>You </a:t>
            </a:r>
            <a:r>
              <a:rPr lang="en-US" b="1" dirty="0" err="1"/>
              <a:t>Oughta</a:t>
            </a:r>
            <a:r>
              <a:rPr lang="en-US" b="1" dirty="0"/>
              <a:t> Look Out</a:t>
            </a:r>
            <a:r>
              <a:rPr lang="en-US" dirty="0"/>
              <a:t> also stands for YOLO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85B0FB-FF56-C3D2-DAB0-8F605FD72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10515600" cy="445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8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5D49-EB61-D979-E3BD-D713E99D5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vibe responsibly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DCF6-BF75-BF6E-D9C9-6D8399410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1. </a:t>
            </a:r>
            <a:r>
              <a:rPr lang="en-US" dirty="0"/>
              <a:t>Set up safe environment</a:t>
            </a:r>
            <a:endParaRPr lang="sk-SK" dirty="0"/>
          </a:p>
          <a:p>
            <a:r>
              <a:rPr lang="sk-SK" dirty="0"/>
              <a:t>2. </a:t>
            </a:r>
            <a:r>
              <a:rPr lang="en-US" dirty="0"/>
              <a:t>Run</a:t>
            </a:r>
            <a:r>
              <a:rPr lang="sk-SK" dirty="0"/>
              <a:t> YOLO claude</a:t>
            </a:r>
          </a:p>
          <a:p>
            <a:r>
              <a:rPr lang="sk-SK" dirty="0"/>
              <a:t>3. ???</a:t>
            </a:r>
          </a:p>
          <a:p>
            <a:r>
              <a:rPr lang="en-US" dirty="0"/>
              <a:t>4</a:t>
            </a:r>
            <a:r>
              <a:rPr lang="sk-SK" dirty="0"/>
              <a:t>. Profit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61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3310-84B2-36E1-80D8-D59E84B9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That</a:t>
            </a:r>
            <a:r>
              <a:rPr lang="en-US" dirty="0"/>
              <a:t>’s all folks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69341-E4B3-DD9A-CA38-557CBBCE8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F33F2E-B406-B209-D1C5-EF9E78CD4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51840"/>
            <a:ext cx="12231472" cy="760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3B6B-688D-C8F8-349D-7D1FDE0E5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Ako vajbiť ľahko, lacno, rýchlo a dobre</a:t>
            </a:r>
            <a:endParaRPr lang="en-US" dirty="0"/>
          </a:p>
        </p:txBody>
      </p:sp>
      <p:pic>
        <p:nvPicPr>
          <p:cNvPr id="5" name="Content Placeholder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7F40075-0714-F672-9BC6-C331B73F6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849" y="1205788"/>
            <a:ext cx="6348790" cy="5828309"/>
          </a:xfrm>
        </p:spPr>
      </p:pic>
    </p:spTree>
    <p:extLst>
      <p:ext uri="{BB962C8B-B14F-4D97-AF65-F5344CB8AC3E}">
        <p14:creationId xmlns:p14="http://schemas.microsoft.com/office/powerpoint/2010/main" val="93216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5BDC-4824-DFB6-F002-E13C199CC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C39AE-FCBE-8719-B2D1-A7F9D4182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One does not simply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3D6C6-98D9-5A19-B17B-8F764E179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8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0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2BB6-F038-5427-0C29-948389D0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Lacno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6FA02-7E9B-0F15-56A2-248C64A4A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Všetko je „za dvacku“</a:t>
            </a:r>
          </a:p>
          <a:p>
            <a:r>
              <a:rPr lang="sk-SK" dirty="0"/>
              <a:t>Väčšie subskripcie za 100/200</a:t>
            </a:r>
          </a:p>
          <a:p>
            <a:r>
              <a:rPr lang="sk-SK" dirty="0"/>
              <a:t>API inferencia </a:t>
            </a:r>
            <a:r>
              <a:rPr lang="en-US" dirty="0"/>
              <a:t>$$$</a:t>
            </a:r>
          </a:p>
          <a:p>
            <a:r>
              <a:rPr lang="sk-SK" dirty="0"/>
              <a:t>Local models</a:t>
            </a:r>
            <a:r>
              <a:rPr lang="en-US" dirty="0"/>
              <a:t> $ - $$$$$</a:t>
            </a:r>
            <a:endParaRPr lang="sk-SK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27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FDD40-8614-5E26-47B6-E0BD8D6F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sk-SK" dirty="0"/>
              <a:t>ýchlo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16B74-83AB-D06D-7270-66F17A994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44DF865-03FE-B5DF-9DD8-AACD73DC5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249" y="1417010"/>
            <a:ext cx="6815502" cy="494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2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5EF7-DD5D-C2AF-C190-A6B3CDBF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Fast and furious AI 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5957D-B680-3590-4680-E7497E04D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Pondelok: používajte izolované prostredie</a:t>
            </a:r>
          </a:p>
          <a:p>
            <a:r>
              <a:rPr lang="sk-SK" dirty="0"/>
              <a:t>Utorok: https://x.com/amorriscode/status/2022442179789300064</a:t>
            </a:r>
          </a:p>
          <a:p>
            <a:r>
              <a:rPr lang="sk-SK" dirty="0"/>
              <a:t>Streda: git worktrees </a:t>
            </a:r>
            <a:r>
              <a:rPr lang="en-US" dirty="0"/>
              <a:t>FTW</a:t>
            </a:r>
            <a:endParaRPr lang="sk-SK" dirty="0"/>
          </a:p>
          <a:p>
            <a:r>
              <a:rPr lang="sk-SK" dirty="0"/>
              <a:t>Štvrtok: https://www.threads.com/@boris_cherny/post/DVAAoZ3gYut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5832B-0423-8287-6E17-913D685D5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47" y="1350581"/>
            <a:ext cx="9183353" cy="6212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BA25CA-B2B2-FDE3-0A16-8ADB7C4F0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647" y="1350581"/>
            <a:ext cx="9501947" cy="579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5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B23E-51EC-E4A0-111E-377115A06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355600"/>
            <a:ext cx="10515600" cy="1325563"/>
          </a:xfrm>
        </p:spPr>
        <p:txBody>
          <a:bodyPr/>
          <a:lstStyle/>
          <a:p>
            <a:r>
              <a:rPr lang="sk-SK" dirty="0"/>
              <a:t>Motivácia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DD765-5C1C-6D7D-8C88-2F8E22E16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Sledovať nové veci</a:t>
            </a:r>
          </a:p>
          <a:p>
            <a:r>
              <a:rPr lang="sk-SK" dirty="0"/>
              <a:t>Skúšať nové veci</a:t>
            </a:r>
          </a:p>
          <a:p>
            <a:r>
              <a:rPr lang="sk-SK" dirty="0"/>
              <a:t>Vedieť (nestratiť schopnosť) budovať veci from first principles</a:t>
            </a:r>
            <a:endParaRPr lang="en-US" dirty="0"/>
          </a:p>
          <a:p>
            <a:r>
              <a:rPr lang="en-US" dirty="0" err="1"/>
              <a:t>Fundame</a:t>
            </a:r>
            <a:r>
              <a:rPr lang="sk-SK" dirty="0"/>
              <a:t>nty</a:t>
            </a:r>
            <a:r>
              <a:rPr lang="en-US" dirty="0"/>
              <a:t> -&gt; </a:t>
            </a:r>
            <a:r>
              <a:rPr lang="sk-SK" dirty="0"/>
              <a:t>schopnosť zložiť zo základných súčiastok vlastné riešenie</a:t>
            </a:r>
          </a:p>
          <a:p>
            <a:r>
              <a:rPr lang="sk-SK" dirty="0"/>
              <a:t>Nebyť len používateľom nástrojov, ale autorom riešení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33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92C6-C11C-5B19-BBA0-6DB293F0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Dobre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E8911-A727-272C-3DEB-A759C60B8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Autonómnosť pomáha zlepšovať výsledky</a:t>
            </a:r>
          </a:p>
          <a:p>
            <a:r>
              <a:rPr lang="sk-SK" dirty="0"/>
              <a:t>Safety first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84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5214A-68D7-3E8D-FE61-CBD02CFDD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Ľahko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FBB4E-CA44-3240-7559-8520160BD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yolobox</a:t>
            </a:r>
            <a:endParaRPr lang="sk-SK" dirty="0">
              <a:hlinkClick r:id="rId3"/>
            </a:endParaRPr>
          </a:p>
          <a:p>
            <a:r>
              <a:rPr lang="sk-SK" dirty="0">
                <a:hlinkClick r:id="rId3"/>
              </a:rPr>
              <a:t>https://github.com/krivulcik/yolobox</a:t>
            </a:r>
            <a:endParaRPr lang="sk-SK" dirty="0"/>
          </a:p>
          <a:p>
            <a:r>
              <a:rPr lang="en-US" b="1" dirty="0"/>
              <a:t>Sandboxed</a:t>
            </a:r>
            <a:r>
              <a:rPr lang="en-US" dirty="0"/>
              <a:t> Docker environment for running </a:t>
            </a:r>
            <a:r>
              <a:rPr lang="en-US" b="1" dirty="0"/>
              <a:t>Claude Code</a:t>
            </a:r>
            <a:r>
              <a:rPr lang="en-US" dirty="0"/>
              <a:t> in autonomous mode (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--dangerously-skip-permissions</a:t>
            </a:r>
            <a:r>
              <a:rPr lang="en-US" dirty="0"/>
              <a:t>). </a:t>
            </a:r>
            <a:r>
              <a:rPr lang="en-US" b="1" dirty="0"/>
              <a:t>Isolates</a:t>
            </a:r>
            <a:r>
              <a:rPr lang="en-US" dirty="0"/>
              <a:t> AI execution to a mounted workspace directory while allowing </a:t>
            </a:r>
            <a:r>
              <a:rPr lang="en-US" b="1" dirty="0">
                <a:solidFill>
                  <a:srgbClr val="FF0000"/>
                </a:solidFill>
              </a:rPr>
              <a:t>full internet access</a:t>
            </a:r>
            <a:r>
              <a:rPr lang="en-US" dirty="0"/>
              <a:t>. Includes Node.js, .NET SDK, and development tools. Safe for experimentation: won't touch your host system.</a:t>
            </a:r>
            <a:endParaRPr lang="sk-SK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19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EC6E-D1F6-76E0-5C9D-200758F52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Ako na to?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13C8-86E6-871B-A7EB-608082E92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1. Build image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docker build --build-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USERNAME=</a:t>
            </a:r>
            <a:r>
              <a:rPr lang="en-US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andrej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--build-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GITHUB_USERNAME=</a:t>
            </a:r>
            <a:r>
              <a:rPr lang="en-US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krivulcik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-t </a:t>
            </a:r>
            <a:r>
              <a:rPr lang="en-US" b="1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yoloimage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D988A-96EB-3AD9-A389-1E158BD04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370" y="3594245"/>
            <a:ext cx="2453101" cy="245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7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99A1C-A51B-4796-975F-A1F9EB9C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Ako </a:t>
            </a:r>
            <a:r>
              <a:rPr lang="en-US" dirty="0" err="1"/>
              <a:t>na</a:t>
            </a:r>
            <a:r>
              <a:rPr lang="en-US" dirty="0"/>
              <a:t> to?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019BA-90DD-F4D9-351E-4F671EDF6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2. Run container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-d -p </a:t>
            </a:r>
            <a:r>
              <a:rPr lang="en-US" b="1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22222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:22 \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-v </a:t>
            </a:r>
            <a:r>
              <a:rPr lang="sk-SK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path/to/workspace:</a:t>
            </a:r>
            <a:r>
              <a:rPr lang="en-US" b="1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/workspace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--name </a:t>
            </a:r>
            <a:r>
              <a:rPr lang="en-US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mycontainer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yoloimage</a:t>
            </a:r>
            <a:endParaRPr lang="en-US" b="1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(Aj </a:t>
            </a:r>
            <a:r>
              <a:rPr lang="en-US" dirty="0" err="1"/>
              <a:t>podpora</a:t>
            </a:r>
            <a:r>
              <a:rPr lang="en-US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docker compose</a:t>
            </a:r>
            <a:r>
              <a:rPr lang="en-US" dirty="0"/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3. Profit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ssh -p </a:t>
            </a:r>
            <a:r>
              <a:rPr lang="en-US" b="1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22222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andrej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@dockerhost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b="1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/workspace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claude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--dangerously-skip-permissions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357C6-464F-A198-1C50-FB9134D4C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245" y="4067349"/>
            <a:ext cx="2345065" cy="2439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5E5F70-8507-94C7-C4F4-D03277023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518" y="494030"/>
            <a:ext cx="2250517" cy="315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8CC3-EFC2-27F2-19AE-A666F302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Na čo dávať pozor?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C5C28-22F5-19B9-F9C0-995C1442B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Rieši:</a:t>
            </a:r>
          </a:p>
          <a:p>
            <a:pPr lvl="1"/>
            <a:r>
              <a:rPr lang="sk-SK" dirty="0"/>
              <a:t>Izoláciu (zničenie prostredia ľahko nahradíme)</a:t>
            </a:r>
          </a:p>
          <a:p>
            <a:pPr lvl="1"/>
            <a:r>
              <a:rPr lang="sk-SK" dirty="0"/>
              <a:t>Obmedzenie prístupu (len workspace)</a:t>
            </a:r>
          </a:p>
          <a:p>
            <a:pPr lvl="1"/>
            <a:r>
              <a:rPr lang="sk-SK" dirty="0"/>
              <a:t>Autonómnosť (--dangerously-skip-permissions, sudo access, internet/network access)</a:t>
            </a:r>
          </a:p>
          <a:p>
            <a:r>
              <a:rPr lang="sk-SK" dirty="0"/>
              <a:t>Nerieši:</a:t>
            </a:r>
          </a:p>
          <a:p>
            <a:pPr lvl="1"/>
            <a:r>
              <a:rPr lang="sk-SK" dirty="0"/>
              <a:t>Bezpečnosť kódu/dát/credentials</a:t>
            </a:r>
          </a:p>
          <a:p>
            <a:pPr lvl="1"/>
            <a:r>
              <a:rPr lang="sk-SK" dirty="0"/>
              <a:t>Riziká exfiltrácie</a:t>
            </a:r>
          </a:p>
        </p:txBody>
      </p:sp>
    </p:spTree>
    <p:extLst>
      <p:ext uri="{BB962C8B-B14F-4D97-AF65-F5344CB8AC3E}">
        <p14:creationId xmlns:p14="http://schemas.microsoft.com/office/powerpoint/2010/main" val="168240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2C58-7662-9F0F-FAB3-923E0591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DE110-2316-65D9-C17F-68C939F1D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Ďakujem za pozornosť</a:t>
            </a:r>
          </a:p>
          <a:p>
            <a:r>
              <a:rPr lang="sk-SK" dirty="0">
                <a:hlinkClick r:id="rId3"/>
              </a:rPr>
              <a:t>andrej@krivulcik.com</a:t>
            </a:r>
            <a:endParaRPr lang="sk-SK" dirty="0"/>
          </a:p>
          <a:p>
            <a:endParaRPr lang="sk-SK" dirty="0"/>
          </a:p>
          <a:p>
            <a:r>
              <a:rPr lang="sk-SK" dirty="0"/>
              <a:t>Linky, čo ste si nestihli odfotiť:</a:t>
            </a:r>
          </a:p>
          <a:p>
            <a:pPr lvl="1"/>
            <a:r>
              <a:rPr lang="en-US" dirty="0">
                <a:hlinkClick r:id="rId4"/>
              </a:rPr>
              <a:t>https://ai-2027.com/</a:t>
            </a:r>
            <a:endParaRPr lang="sk-SK" dirty="0"/>
          </a:p>
          <a:p>
            <a:pPr lvl="1"/>
            <a:r>
              <a:rPr lang="en-US" dirty="0">
                <a:hlinkClick r:id="rId5"/>
              </a:rPr>
              <a:t>https://banay.me/dont-waste-your-backpressure/</a:t>
            </a:r>
            <a:endParaRPr lang="sk-SK" dirty="0"/>
          </a:p>
          <a:p>
            <a:pPr lvl="1"/>
            <a:r>
              <a:rPr lang="sk-SK" dirty="0">
                <a:hlinkClick r:id="rId6"/>
              </a:rPr>
              <a:t>https://github.com/krivulcik/yolobox</a:t>
            </a:r>
            <a:endParaRPr lang="sk-SK" dirty="0"/>
          </a:p>
          <a:p>
            <a:pPr lvl="1"/>
            <a:endParaRPr lang="sk-SK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082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6595</TotalTime>
  <Words>554</Words>
  <Application>Microsoft Office PowerPoint</Application>
  <PresentationFormat>Widescreen</PresentationFormat>
  <Paragraphs>102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Courier New</vt:lpstr>
      <vt:lpstr>Office Theme</vt:lpstr>
      <vt:lpstr>Ako YOLO vajbiť  Ako na vajbenie ľahko, lacno, rýchlo a dobre</vt:lpstr>
      <vt:lpstr>Approaching AI apocalypse</vt:lpstr>
      <vt:lpstr>Autonomous agentic development</vt:lpstr>
      <vt:lpstr>Dangerous agentic development</vt:lpstr>
      <vt:lpstr>Safety first</vt:lpstr>
      <vt:lpstr>YOLO</vt:lpstr>
      <vt:lpstr>How to vibe responsibly</vt:lpstr>
      <vt:lpstr>That’s all folks</vt:lpstr>
      <vt:lpstr>Ako vajbiť ľahko, lacno, rýchlo a dobre</vt:lpstr>
      <vt:lpstr>PowerPoint Presentation</vt:lpstr>
      <vt:lpstr>Lacno</vt:lpstr>
      <vt:lpstr>Rýchlo</vt:lpstr>
      <vt:lpstr>Fast and furious AI development</vt:lpstr>
      <vt:lpstr>Motivácia</vt:lpstr>
      <vt:lpstr>Dobre</vt:lpstr>
      <vt:lpstr>Ľahko</vt:lpstr>
      <vt:lpstr>Ako na to?</vt:lpstr>
      <vt:lpstr>Ako na to? (cont.)</vt:lpstr>
      <vt:lpstr>Na čo dávať pozor?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Andrej Krivulčík</dc:creator>
  <cp:lastModifiedBy>Andrej Krivulčík</cp:lastModifiedBy>
  <cp:revision>3</cp:revision>
  <dcterms:created xsi:type="dcterms:W3CDTF">2025-06-22T19:51:21Z</dcterms:created>
  <dcterms:modified xsi:type="dcterms:W3CDTF">2026-02-26T07:17:26Z</dcterms:modified>
</cp:coreProperties>
</file>